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&amp; Setup — Tutorial 1: Course Roadmap &amp; What You'll Build (Lecture, 8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&amp; Setup — Tutorial 2: Setting Up Neo4j (Desktop &amp; Aura) (Hands-on Lab, 12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&amp; Setup — Tutorial 3: Setting Up Stardog (Cloud &amp; Studio) (Hands-on Lab, 12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&amp; Setup — Tutorial 4: Python, Docker &amp; the Course GitHub Repo (Lecture, 10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846320"/>
            <a:ext cx="3108960" cy="3108960"/>
          </a:xfrm>
          <a:prstGeom prst="ellipse">
            <a:avLst/>
          </a:prstGeom>
          <a:solidFill>
            <a:srgbClr val="F9A82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Welcome &amp; Setup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 and getting your environment ready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tutorials  •  Ontology &amp; Knowledge Graph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Learn in This Module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78992" y="12801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 &amp; What You'll Build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26364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793992" y="1280160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Neo4j (Desktop &amp; Aura)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1671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78992" y="21214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Stardog (Cloud &amp; Studio)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671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93992" y="2121408"/>
            <a:ext cx="4892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Docker &amp; the Course GitHub Repo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Setup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Course Roadmap &amp; What You'll Build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of all 6 modules: Foundations, Neo4j, Stardog, Use Cases, GenAI, Capstone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things you'll be able to build by the end: a property graph app, an ontology-backed semantic graph, and a GraphRAG chatbot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course differs: the only one covering both LPG and RDF paradigms plus GenAI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7F8FC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 •  12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Neo4j (Desktop &amp; Aura)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free Neo4j AuraDB instance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Neo4j Desktop for local development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 of Neo4j Browser and Neo4j Bloom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your setup with a test Cypher query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54864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Setup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5669280"/>
            <a:ext cx="1920240" cy="457200"/>
          </a:xfrm>
          <a:prstGeom prst="roundRect">
            <a:avLst>
              <a:gd name="adj" fmla="val 50000"/>
            </a:avLst>
          </a:prstGeom>
          <a:solidFill>
            <a:srgbClr val="F9A82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5669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217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54864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22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Up Stardog (Cloud &amp; Studio)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1828800"/>
            <a:ext cx="79552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free Stardog Cloud endpoint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Stardog Studio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your first database and connecting Studio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your setup with a test SPARQL query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1554480" cy="411480"/>
          </a:xfrm>
          <a:prstGeom prst="roundRect">
            <a:avLst>
              <a:gd name="adj" fmla="val 4888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40280" y="502920"/>
            <a:ext cx="1828800" cy="411480"/>
          </a:xfrm>
          <a:prstGeom prst="roundRect">
            <a:avLst>
              <a:gd name="adj" fmla="val 48889"/>
            </a:avLst>
          </a:prstGeom>
          <a:solidFill>
            <a:srgbClr val="F7F8FC"/>
          </a:solidFill>
          <a:ln w="15875">
            <a:solidFill>
              <a:srgbClr val="F9A82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40280" y="502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 •  10 min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1430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Python, Docker &amp; the Course GitHub Repo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Python virtual environment for the GenAI sections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running Neo4j/Stardog locally via Docker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60604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Cloning the course GitHub repo with starter code and datasets</a:t>
            </a:r>
            <a:endParaRPr lang="en-US" sz="1400" dirty="0"/>
          </a:p>
          <a:p>
            <a:pPr marL="203200" indent="-203200">
              <a:spcAft>
                <a:spcPts val="1600"/>
              </a:spcAft>
              <a:buSzPct val="100000"/>
              <a:buChar char="▪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ask questions and get support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F9A826">
              <a:alpha val="1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4630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Recap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covered 4 tutorials in "Welcome &amp; Setup."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7315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Roadmap &amp; What You'll Build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Neo4j (Desktop &amp; Aura)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Stardog (Cloud &amp; Studio)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Docker &amp; the Course GitHub Repo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2026-09-11T08:45:07Z</dcterms:created>
  <dcterms:modified xsi:type="dcterms:W3CDTF">2026-09-11T08:45:07Z</dcterms:modified>
</cp:coreProperties>
</file>