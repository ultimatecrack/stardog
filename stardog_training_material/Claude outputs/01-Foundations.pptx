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Foundations: Ontologies &amp; Knowledge Graphs — Tutorial 1: What Is a Knowledge Graph? (Lecture, 10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Foundations: Ontologies &amp; Knowledge Graphs — Tutorial 2: What Is an Ontology? (Lecture,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Foundations: Ontologies &amp; Knowledge Graphs — Tutorial 3: Core Semantic Web Vocabulary (Lecture, 15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Foundations: Ontologies &amp; Knowledge Graphs — Tutorial 4: LPG vs RDF: Head-to-Head Comparison (Lecture, 15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Foundations: Ontologies &amp; Knowledge Graphs — Tutorial 5: Decision Framework: Neo4j vs Stardog vs Hybrid (Lecture, 10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Foundations: Ontologies &amp; Knowledge Graphs — Tutorial 6: Real-World Knowledge Graph Examples (Lecture, 10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Foundations: Ontologies &amp; Knowledge Graphs — Tutorial 7: Quiz &amp; Cheat Sheet Recap (Quiz, 8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Foundations: Ontologies &amp; Knowledge Graphs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models and vocabulary you need before touching any database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tutorials  •  Ontology &amp; Knowledge Graph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in This Module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Knowledge Graph?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Ontology?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Semantic Web Vocabulary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67128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vs RDF: Head-to-Head Comparison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2962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 Neo4j vs Stardog vs Hybrid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008376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93992" y="2962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Knowledge Graph Examples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49624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380390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Cheat Sheet Recap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Ontologies &amp; Knowledge Graphs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Knowledge Graph?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edges, and properties — the atoms of any graph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mental models: Labeled Property Graph, RDF triple store, and hypergraph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connected data breaks down in relational tables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example: modeling 'who reports to whom' as a graph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8FC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•  12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Ontology?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vs ontology vs schema vs data model — a clear hierarchy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individuals, properties, and axioms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shared vocabulary lets machines (and teams) agree on meaning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Ontologies as the contract between data producers and consumers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Ontologies &amp; Knowledge Graphs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Semantic Web Vocabulary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 subject-predicate-object triples and URIs/IRIs as global identifiers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RDFS: class and property hierarchies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OWL: restrictions, cardinality, equivalence, disjointness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 for querying, SHACL for validating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8FC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•  15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LPG vs RDF: Head-to-Head Comparison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schema, and query language compared side by side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proprietary Cypher vs W3C RDF/OWL/SPARQL/SHACL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and inference: native in RDF, limited in property graphs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strengths: developer velocity vs regulatory rigor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Ontologies &amp; Knowledge Graphs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Framework: Neo4j vs Stardog vs Hybrid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raw traversal speed and graph algorithms should win: choose Neo4j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formal semantics, integration, and compliance should win: choose Stardog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pattern: Stardog as the canonical ontology layer, Neo4j for downstream analytics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checklist you can use in real architecture reviews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8FC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•  10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Knowledge Graph Examples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Knowledge Graph and search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product graph and catalog relevance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LinkedIn's Economic Graph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and life-sciences semantic graphs for drug-target-disease research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Ontologies &amp; Knowledge Graphs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&amp; Cheat Sheet Recap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10-question terminology quiz covering RDF, OWL, SPARQL, SHACL, and LPG concepts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one-page 'LPG vs RDF' cheat sheet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 cleared up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next: diving into Neo4j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Recap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covered 7 tutorials in "Foundations: Ontologies &amp; Knowledge Graphs."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Knowledge Graph?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Ontology?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Semantic Web Vocabulary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vs RDF: Head-to-Head Comparison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 Neo4j vs Stardog vs Hybrid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Knowledge Graph Examples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more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2026-09-11T08:45:07Z</dcterms:created>
  <dcterms:modified xsi:type="dcterms:W3CDTF">2026-09-11T08:45:07Z</dcterms:modified>
</cp:coreProperties>
</file>