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1: Neo4j Architecture &amp; Tooling (Lecture,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2: Property Graph Modeling Workshop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3: Cypher Fundamentals (Hands-on Lab, 18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4: Cypher Intermediate Patterns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5: Indexes, Constraints &amp; Performance (Lecture,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6: APOC Library Essentials (Hands-on Lab,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7: Graph Data Science: Centrality &amp; Community Detection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8: Data Import at Scale (Hands-on Lab,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9: Hands-On Project: Fraud Detection Graph (Project, 30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Deep Dive — Tutorial 10: Neo4j Certification Exam Tips (Bonus,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9AD1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A82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Deep Dive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modeling, Cypher, and graph data science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5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Architecture &amp; Tooling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Modeling Workshop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Fundamentals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Intermediate Patterns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Indexes, Constraints &amp; Performance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08376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 Library Essentials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Science: Centrality &amp; Community Detection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at Scale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4645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Project: Fraud Detection Graph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4690872"/>
            <a:ext cx="384048" cy="384048"/>
          </a:xfrm>
          <a:prstGeom prst="ellipse">
            <a:avLst/>
          </a:prstGeom>
          <a:solidFill>
            <a:srgbClr val="0254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93992" y="4645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Certification Exam Tips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254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Architecture &amp; Tooling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AuraDB (managed) vs self-hosted Neo4j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Browser for querying and visual exploration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Bloom for business-user graph exploration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Desktop for local project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9AD1D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54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5FAFB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20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5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Graph Modeling Workshop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Whiteboard-to-graph: translating an e-commerce domain into nodes and relationships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labels, relationship types, and properties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modeling pitfalls: over-nesting, dense nodes, wrong relationship direction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model an org chart with reporting lines and departments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254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Cypher Fundamentals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and pattern matching basics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clauses and filtering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vs MERGE — idempotent writes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ORDER BY, and LIMIT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9AD1D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54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5FAFB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20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5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Cypher Intermediate Patterns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Aggregations: COUNT, COLLECT, SUM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path patterns for multi-hop traversal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logic with WITH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with CALL {}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254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Indexes, Constraints &amp; Performance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uniqueness and existence constraints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text, and full-text indexes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query plans with PROFILE and EXPLAIN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and fixing full graph scans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9AD1D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54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5FAFB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5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APOC Library Essentials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apoc.load.json / apoc.load.csv for flexible ingestion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apoc.periodic.iterate for batched writes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apoc.refactor for schema evolution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APOC beats vanilla Cypher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254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Data Science: Centrality &amp; Community Detection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and projecting graphs into GDS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for influence and importance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for community detection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similarity for recommendation signals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9AD1D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54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5FAFB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5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Import at Scale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for small-to-medium datasets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neo4j-admin database import for bulk/initial loads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considerations for large imports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data quality after import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254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Project: Fraud Detection Graph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 transactions + accounts dataset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shared attributes (devices, addresses, phone numbers) as graph edges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centrality and community detection to surface fraud rings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findings in Bloom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9AD1D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2547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5FAFB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•  10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25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Certification Exam Tips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format and how to register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most commonly tested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5FA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resources and practice queries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Time-management strategies during the exam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5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A826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10 tutorials in "Neo4j Deep Dive."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Architecture &amp; Tooling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Modeling Workshop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Fundamentals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Intermediate Patterns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Indexes, Constraints &amp; Performance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 Library Essentials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more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2026-09-11T08:45:08Z</dcterms:created>
  <dcterms:modified xsi:type="dcterms:W3CDTF">2026-09-11T08:45:08Z</dcterms:modified>
</cp:coreProperties>
</file>