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Stardog &amp; Semantic Graphs Deep Dive — Tutorial 1: Stardog Architecture &amp; Setup (Lecture, 12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Stardog &amp; Semantic Graphs Deep Dive — Tutorial 2: Intro to RDF &amp; SPARQL (Hands-on Lab, 18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Stardog &amp; Semantic Graphs Deep Dive — Tutorial 3: Using RDF &amp; SPARQL with Stardog (Hands-on Lab, 20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Stardog &amp; Semantic Graphs Deep Dive — Tutorial 4: Ontology Modeling with OWL (Lecture, 18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Stardog &amp; Semantic Graphs Deep Dive — Tutorial 5: Stardog Designer: Visual Ontology &amp; Mapping (Hands-on Lab, 20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Stardog &amp; Semantic Graphs Deep Dive — Tutorial 6: Designer + Voicebox: Natural-Language-to-SPARQL (Hands-on Lab, 15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Stardog &amp; Semantic Graphs Deep Dive — Tutorial 7: Advanced Designer Techniques (Hands-on Lab, 20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Stardog &amp; Semantic Graphs Deep Dive — Tutorial 8: Data Quality with SHACL (Hands-on Lab, 18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Stardog &amp; Semantic Graphs Deep Dive — Tutorial 9: SPARQL 101 Hands-On Lab (Hands-on Lab, 20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Stardog &amp; Semantic Graphs Deep Dive — Tutorial 10: Reasoning &amp; Inference in Practice (Lecture, 12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Stardog &amp; Semantic Graphs Deep Dive — Tutorial 11: Hands-On Project: Ontology-Backed Knowledge Graph (Project, 30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Stardog &amp; Semantic Graphs Deep Dive — Tutorial 12: Stardog Certification Exam Tips (Bonus, 10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E7D3D9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F9A826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Stardog &amp; Semantic Graphs Deep Dive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RDF, OWL ontologies, Designer, SHACL, and reasoning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tutorials  •  Ontology &amp; Knowledge Graph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 in This Module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128016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Stardog Architecture &amp; Setup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325880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63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128016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RDF &amp; SPARQL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67128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12140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RDF &amp; SPARQL with Stardog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67128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93992" y="212140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Modeling with OWL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008376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296265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Stardog Designer: Visual Ontology &amp; Mapping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3008376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93992" y="296265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+ Voicebox: Natural-Language-to-SPARQL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49624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" y="3803904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Designer Techniques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3849624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93992" y="3803904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with SHACL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690872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78992" y="4645152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 101 Hands-On Lab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63640" y="4690872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63640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793992" y="4645152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Inference in Practice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532120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4864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78992" y="548640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Project: Ontology-Backed Knowledge Graph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63640" y="5532120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6364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793992" y="548640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Stardog Certification Exam Tips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Stardog &amp; Semantic Graphs Deep Dive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Stardog Architecture &amp; Setup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Stardog's knowledge graph platform: databases, virtual graphs, reasoning engine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Stardog Cloud vs self-hosted install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of Stardog Studio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your first database and namespace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E7D3D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6D2E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AF6F7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 •  18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 to RDF &amp; SPARQL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AF6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triple model: subject, predicate, object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Literals, blank nodes, and datatypes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AF6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SPARQL: SELECT, WHERE, FILTER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your first 5 SPARQL queries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Stardog &amp; Semantic Graphs Deep Dive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RDF &amp; SPARQL with Stardog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RDF data into a Stardog database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named graphs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 UPDATE, INSERT, and CONSTRUCT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queries across multiple graphs/sources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E7D3D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6D2E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AF6F7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 •  18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Ontology Modeling with OWL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AF6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classes and subclass hierarchies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properties vs datatype properties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AF6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restrictions and equivalence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RDFS/OWL reasoning: what Stardog infers automatically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Stardog &amp; Semantic Graphs Deep Dive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Stardog Designer: Visual Ontology &amp; Mapping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building an ontology in Designer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relational tables into RDF (R2RML-style mappings)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Previewing generated triples before publishing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on your ontology as requirements change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E7D3D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6D2E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AF6F7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 •  15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Designer + Voicebox: Natural-Language-to-SPARQL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AF6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Voicebox does: turning plain English into SPARQL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 Voicebox-enabled workspace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AF6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Voicebox output to hand-written SPARQL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bridge into the GenAI module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Stardog &amp; Semantic Graphs Deep Dive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Designer Techniques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multi-table mappings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graphs for querying live relational sources without ETL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multiple heterogeneous data sources into one ontology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considerations for virtual graphs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E7D3D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6D2E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AF6F7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 •  18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with SHACL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AF6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SHACL: validation that RDFS/OWL reasoning doesn't give you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node shapes and property shapes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AF6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validation and reading violation reports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validating a dataset against custom shapes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Stardog &amp; Semantic Graphs Deep Dive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SPARQL 101 Hands-On Lab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exercise set: filtering, aggregating, and sorting SPARQL results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paths for multi-hop queries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and UNION for flexible matching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queries that return no results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E7D3D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6D2E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AF6F7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 •  12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&amp; Inference in Practice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AF6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semantic reasoning beats hard-coded application logic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example: inferring new facts from class hierarchies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AF6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performance trade-offs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materialize inferences vs reason at query time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Stardog &amp; Semantic Graphs Deep Dive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Project: Ontology-Backed Knowledge Graph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an ontology for a supply-chain or clinical-trials domain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and validating data with SHACL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with SPARQL and verifying inferred facts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the ontology for other teams to reuse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E7D3D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6D2E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AF6F7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 •  10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Stardog Certification Exam Tips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AF6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format and how to register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most commonly tested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AF6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resources and practice exercises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candidates hit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F9A826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463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Recap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covered 12 tutorials in "Stardog &amp; Semantic Graphs Deep Dive."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Stardog Architecture &amp; Setup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RDF &amp; SPARQL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RDF &amp; SPARQL with Stardog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Modeling with OWL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Stardog Designer: Visual Ontology &amp; Mapping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+ Voicebox: Natural-Language-to-SPARQL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 more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2026-09-11T08:45:08Z</dcterms:created>
  <dcterms:modified xsi:type="dcterms:W3CDTF">2026-09-11T08:45:08Z</dcterms:modified>
</cp:coreProperties>
</file>