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Project &amp; Career Bonus — Tutorial 1: Capstone Kickoff: Choosing &amp; Scoping Your Domain (Project, 12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Project &amp; Career Bonus — Tutorial 2: Designing the Ontology (OWL) (Project, 20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Project &amp; Career Bonus — Tutorial 3: Loading &amp; Validating in Stardog with SHACL (Project, 20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Project &amp; Career Bonus — Tutorial 4: Deriving the Operational Graph in Neo4j (Project, 20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Project &amp; Career Bonus — Tutorial 5: Building the GraphRAG Chatbot Layer (Project, 25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Project &amp; Career Bonus — Tutorial 6: Production Architecture: Running Neo4j + Stardog Together (Lecture, 15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Project &amp; Career Bonus — Tutorial 7: Neo4j &amp; Stardog Certification Prep (Bonus, 12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Project &amp; Career Bonus — Tutorial 8: Career Paths &amp; Where the Field Is Heading (Bonus, 12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C9CFD3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F9A826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Project &amp; Career Bonus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all together, plus certification and career guidance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tutorials  •  Ontology &amp; Knowledge Graph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 in This Module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28016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Kickoff: Choosing &amp; Scoping Your Domain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325880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63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128016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Ontology (OWL)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67128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12140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&amp; Validating in Stardog with SHACL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67128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212140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the Operational Graph in Neo4j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08376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296265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GraphRAG Chatbot Layer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3008376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93992" y="296265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Architecture: Running Neo4j + Stardog Together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49624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3803904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&amp; Stardog Certification Prep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3849624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93992" y="3803904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 &amp; Where the Field Is Heading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&amp; Career Bonus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Kickoff: Choosing &amp; Scoping Your Domain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domains: supply chain or clinical trials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questions your knowledge graph must answer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data sources and success criteria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your capstone project repo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C9CFD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3645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7F8F8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 •  20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Ontology (OWL)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8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core classes, properties, and relationships for your domain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the ontology in Stardog Designer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8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 checklist for ontology quality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the ontology for reuse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&amp; Career Bonus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&amp; Validating in Stardog with SHACL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and loading your source data into Stardog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SHACL shapes for your domain's data quality rules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validation and resolving violations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reasoning produces the inferences you expect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C9CFD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3645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7F8F8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 •  20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Deriving the Operational Graph in Neo4j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8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property-graph projection of your ontology for fast queries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Syncing data from Stardog into Neo4j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8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GDS algorithms relevant to your domain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the two graphs stay consistent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&amp; Career Bonus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GraphRAG Chatbot Layer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your capstone data into the GraphRAG pattern from Module 5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questions to Stardog vs Neo4j based on intent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guardrails using your ontology and SHACL shapes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asking your chatbot real questions about your domain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C9CFD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3645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7F8F8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 •  15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Architecture: Running Neo4j + Stardog Together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8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strategies: batch ETL vs change-data-capture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ontology and operational graph in sync over time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8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backup, and scaling considerations for both engines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diagram you can reuse at work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&amp; Career Bonus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Neo4j &amp; Stardog Certification Prep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of exam tips from Modules 2 and 3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personal study plan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 walkthrough for both certifications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find official practice exams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C9CFD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3645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7F8F8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 •  12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Paths &amp; Where the Field Is Heading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8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interview questions on knowledge graphs and semantic web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roles that value these skills: data engineer, knowledge engineer, GenAI engineer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8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convergence of graphs and LLMs: agentic knowledge graphs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wrap-up, resources, and community/Discord invite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F9A826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463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Recap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covered 8 tutorials in "Capstone Project &amp; Career Bonus."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Kickoff: Choosing &amp; Scoping Your Domain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Ontology (OWL)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&amp; Validating in Stardog with SHACL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the Operational Graph in Neo4j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GraphRAG Chatbot Layer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Architecture: Running Neo4j + Stardog Together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more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2026-09-11T08:45:08Z</dcterms:created>
  <dcterms:modified xsi:type="dcterms:W3CDTF">2026-09-11T08:45:08Z</dcterms:modified>
</cp:coreProperties>
</file>