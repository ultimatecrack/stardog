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1: Why LLMs Need Knowledge Graphs (Lecture,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2: GraphRAG Fundamentals (Lecture,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3: Building GraphRAG with Neo4j (Hands-on Lab, 25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4: Building GraphRAG with Stardog (Hands-on Lab, 25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5: Ontologies as LLM Guardrails (Lecture,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6: Automated Knowledge Graph Construction from Text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7: Agentic Workflows over Knowledge Graphs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8: Comparative Lab: Plain RAG vs GraphRAG (Hands-on Lab, 18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&amp; Knowledge Graphs — Tutorial 9: Capstone Prep: Mini GraphRAG Chatbot (Project,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B6B8D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&amp; Knowledge Graphs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GraphRAG, ontology guardrails, and agentic graph workflows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tutorials  •  Ontology &amp; Knowledge Graph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in This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Need Knowledge Graphs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Fundamentals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GraphRAG with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GraphRAG with Stardog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Ontologies as LLM Guardrails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00837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Knowledge Graph Construction from Text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over Knowledge Graphs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Lab: Plain RAG vs GraphRAG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4645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Prep: Mini GraphRAG Chatbot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LLMs Need Knowledge Graphs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hallucination and freshness problems with LLMs alone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generated answers in verifiable facts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showing the graph path behind an answer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plain vector RAG falls short on multi-hop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B6B8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7F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 Fundamentals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retrieval vs plain vector-similarity retrieval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GraphRAG combines embeddings with graph traversal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overview: ingestion, graph construction, retrieval, generation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GraphRAG is worth the added complexity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GraphRAG with Neo4j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Neo4j vector index alongside your property graph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Cypher-generation chains with LangChain/LlamaIndex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vector search with graph traversal for context retrieval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the retrieved context into an LLM prompt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B6B8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7F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25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GraphRAG with Stardog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Stardog Voicebox for natural-language-to-SPARQL retrieval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reasoning as a grounding and consistency layer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SPARQL results with an LLM for answer generation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this pipeline to the Neo4j version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Ontologies as LLM Guardrails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OWL class constraints to validate generated entities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shapes to reject malformed or hallucinated outputs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validation feedback loop back into the LLM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example: preventing invalid product or medical claims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B6B8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7F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20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Knowledge Graph Construction from Text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and relation extraction with LLMs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extracted entities onto an existing ontology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ambiguity and entity resolution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extracted triples into Stardog or nodes into Neo4j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Workflows over Knowledge Graphs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Cypher and SPARQL queries as callable tools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 agent that chooses the right graph backend per question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agentic reasoning over graph data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for agents writing to a production graph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B6B8D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7FB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18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Lab: Plain RAG vs GraphRAG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same multi-hop question through both pipelines live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accuracy, latency, and explainability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plain RAG still wins (simple, single-fact lookups)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 when to add a graph layer to your RAG stack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&amp; Knowledge Graphs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Prep: Mini GraphRAG Chatbot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a small chatbot over your own domain data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Neo4j, Stardog, or both as the backend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retrieval, prompting, and response formatting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extend in the Module 6 capstone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Recap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 9 tutorials in "GenAI &amp; Knowledge Graphs."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Need Knowledge Graphs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Fundamentals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GraphRAG with Neo4j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GraphRAG with Stardog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Ontologies as LLM Guardrails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Knowledge Graph Construction from Text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2026-09-11T08:45:08Z</dcterms:created>
  <dcterms:modified xsi:type="dcterms:W3CDTF">2026-09-11T08:45:08Z</dcterms:modified>
</cp:coreProperties>
</file>